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058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TECHCOMPANION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2B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built and tested a production-ready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2B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mobile app — from idea to App Store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3246120"/>
            <a:ext cx="182880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32461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2B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37216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sessions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3246120"/>
            <a:ext cx="182880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32461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2B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1,675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68880" y="37216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source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3246120"/>
            <a:ext cx="182880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32461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2B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0" y="37216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3246120"/>
            <a:ext cx="182880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32461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2B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675120" y="37216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 ·  May 2026  ·  v5.3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27432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B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March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0" y="502920"/>
            <a:ext cx="5212080" cy="1463040"/>
          </a:xfrm>
          <a:prstGeom prst="rect">
            <a:avLst/>
          </a:prstGeom>
          <a:solidFill>
            <a:srgbClr val="EBF3FA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0" y="59436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First message to Claude: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"I'm thinking of developing a tech companion app which will help people create simple guides to set up and use their gadgets and home appliances"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0" y="2240280"/>
            <a:ext cx="5212080" cy="74980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94760" y="229514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94760" y="2551176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reads instruction manuals.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guides are PDFs buried on manufacturer websites.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3127248"/>
            <a:ext cx="5212080" cy="749808"/>
          </a:xfrm>
          <a:prstGeom prst="rect">
            <a:avLst/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94760" y="318211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solution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94760" y="343814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identifies any device from a name or barcode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generates step-by-step guides instantly.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4014216"/>
            <a:ext cx="5212080" cy="74980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94760" y="406908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The goal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94760" y="432511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 iOS + Android app on the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and Google Play.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Timeline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sessions · 7 weeks · idea to production-ready app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188720"/>
            <a:ext cx="54864" cy="3474720"/>
          </a:xfrm>
          <a:prstGeom prst="rect">
            <a:avLst/>
          </a:prstGeom>
          <a:solidFill>
            <a:srgbClr val="52B7FF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207008"/>
            <a:ext cx="228600" cy="228600"/>
          </a:xfrm>
          <a:prstGeom prst="ellipse">
            <a:avLst/>
          </a:prstGeom>
          <a:solidFill>
            <a:srgbClr val="52B7F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1430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Apr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1143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Build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80560" y="114300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shell, search, barcode scan, dark/light theme, AI integration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" y="1673352"/>
            <a:ext cx="7863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801368"/>
            <a:ext cx="228600" cy="228600"/>
          </a:xfrm>
          <a:prstGeom prst="ellipse">
            <a:avLst/>
          </a:prstGeom>
          <a:solidFill>
            <a:srgbClr val="00C8A0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173736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Apr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37360" y="1737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+ Docs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0" y="173736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 unit tests written, App Store &amp; Play Store deployment guides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60120" y="2267712"/>
            <a:ext cx="7863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2395728"/>
            <a:ext cx="228600" cy="228600"/>
          </a:xfrm>
          <a:prstGeom prst="ellipse">
            <a:avLst/>
          </a:prstGeom>
          <a:solidFill>
            <a:srgbClr val="52B7FF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3317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Apr 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2331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Refactor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23317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useReducer, Dexie/IndexedDB, ErrorBoundary, all code split into modules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0120" y="2862072"/>
            <a:ext cx="7863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2990088"/>
            <a:ext cx="228600" cy="22860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29260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Apr ②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37360" y="2926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 Barcode Feature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80560" y="292608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GS1 checksum validation, brand hints, format detection, Word docs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0120" y="3456432"/>
            <a:ext cx="7863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3584448"/>
            <a:ext cx="228600" cy="228600"/>
          </a:xfrm>
          <a:prstGeom prst="ellipse">
            <a:avLst/>
          </a:prstGeom>
          <a:solidFill>
            <a:srgbClr val="00C8A0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35204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Apr ③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37360" y="3520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Fixes &amp; Polish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80560" y="352044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critical fixes, 8 UX improvements, offline detection, rate limiting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60120" y="4050792"/>
            <a:ext cx="7863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4178808"/>
            <a:ext cx="228600" cy="228600"/>
          </a:xfrm>
          <a:prstGeom prst="ellipse">
            <a:avLst/>
          </a:prstGeom>
          <a:solidFill>
            <a:srgbClr val="52B7FF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" y="41148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Apr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737360" y="4114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Ghost-Result Fixes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480560" y="411480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anti-hallucination patches (G-01–G-08), streaming demo, pricing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743200" cy="411480"/>
          </a:xfrm>
          <a:prstGeom prst="rect">
            <a:avLst/>
          </a:prstGeom>
          <a:solidFill>
            <a:srgbClr val="52B7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868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(React)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7432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54864" cy="502920"/>
          </a:xfrm>
          <a:prstGeom prst="rect">
            <a:avLst/>
          </a:prstGeom>
          <a:solidFill>
            <a:srgbClr val="52B7FF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371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App.jsx — all screens &amp; UI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975104"/>
            <a:ext cx="27432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75104"/>
            <a:ext cx="54864" cy="502920"/>
          </a:xfrm>
          <a:prstGeom prst="rect">
            <a:avLst/>
          </a:prstGeom>
          <a:solidFill>
            <a:srgbClr val="52B7FF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" y="197510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constants.js — themes, nav, GS1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578608"/>
            <a:ext cx="27432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578608"/>
            <a:ext cx="54864" cy="502920"/>
          </a:xfrm>
          <a:prstGeom prst="rect">
            <a:avLst/>
          </a:prstGeom>
          <a:solidFill>
            <a:srgbClr val="52B7FF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" y="257860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barcodeUtils.js — EAN/QR validation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182112"/>
            <a:ext cx="27432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182112"/>
            <a:ext cx="54864" cy="502920"/>
          </a:xfrm>
          <a:prstGeom prst="rect">
            <a:avLst/>
          </a:prstGeom>
          <a:solidFill>
            <a:srgbClr val="52B7FF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" y="31821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storage.js — Dexie + localStorage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785616"/>
            <a:ext cx="27432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785616"/>
            <a:ext cx="54864" cy="502920"/>
          </a:xfrm>
          <a:prstGeom prst="rect">
            <a:avLst/>
          </a:prstGeom>
          <a:solidFill>
            <a:srgbClr val="52B7FF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" y="378561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lookup.js — API calls &amp; ghost fixes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46120" y="868680"/>
            <a:ext cx="2743200" cy="41148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21" name="Text 19"/>
          <p:cNvSpPr/>
          <p:nvPr/>
        </p:nvSpPr>
        <p:spPr>
          <a:xfrm>
            <a:off x="3246120" y="868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Layer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46120" y="1371600"/>
            <a:ext cx="27432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1371600"/>
            <a:ext cx="54864" cy="50292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24" name="Text 22"/>
          <p:cNvSpPr/>
          <p:nvPr/>
        </p:nvSpPr>
        <p:spPr>
          <a:xfrm>
            <a:off x="3374136" y="1371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useLookup — reducer + streaming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46120" y="1975104"/>
            <a:ext cx="27432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1975104"/>
            <a:ext cx="54864" cy="50292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27" name="Text 25"/>
          <p:cNvSpPr/>
          <p:nvPr/>
        </p:nvSpPr>
        <p:spPr>
          <a:xfrm>
            <a:off x="3374136" y="197510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useBarcodeScanner — ML Kit camera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46120" y="2578608"/>
            <a:ext cx="27432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46120" y="2578608"/>
            <a:ext cx="54864" cy="50292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0" name="Text 28"/>
          <p:cNvSpPr/>
          <p:nvPr/>
        </p:nvSpPr>
        <p:spPr>
          <a:xfrm>
            <a:off x="3374136" y="257860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useBackButton — Android hardware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246120" y="3182112"/>
            <a:ext cx="27432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46120" y="3182112"/>
            <a:ext cx="54864" cy="50292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3" name="Text 31"/>
          <p:cNvSpPr/>
          <p:nvPr/>
        </p:nvSpPr>
        <p:spPr>
          <a:xfrm>
            <a:off x="3374136" y="31821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useRevenueCat — subscriptions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26480" y="868680"/>
            <a:ext cx="2743200" cy="4114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5" name="Text 33"/>
          <p:cNvSpPr/>
          <p:nvPr/>
        </p:nvSpPr>
        <p:spPr>
          <a:xfrm>
            <a:off x="6126480" y="868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126480" y="1371600"/>
            <a:ext cx="27432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1371600"/>
            <a:ext cx="54864" cy="5029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8" name="Text 36"/>
          <p:cNvSpPr/>
          <p:nvPr/>
        </p:nvSpPr>
        <p:spPr>
          <a:xfrm>
            <a:off x="6254496" y="1371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 — API proxy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126480" y="1975104"/>
            <a:ext cx="27432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1975104"/>
            <a:ext cx="54864" cy="5029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1" name="Text 39"/>
          <p:cNvSpPr/>
          <p:nvPr/>
        </p:nvSpPr>
        <p:spPr>
          <a:xfrm>
            <a:off x="6254496" y="197510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via KV storage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126480" y="2578608"/>
            <a:ext cx="27432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26480" y="2578608"/>
            <a:ext cx="54864" cy="5029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4" name="Text 42"/>
          <p:cNvSpPr/>
          <p:nvPr/>
        </p:nvSpPr>
        <p:spPr>
          <a:xfrm>
            <a:off x="6254496" y="257860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 6 — iOS + Android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126480" y="3182112"/>
            <a:ext cx="27432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26480" y="3182112"/>
            <a:ext cx="54864" cy="5029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7" name="Text 45"/>
          <p:cNvSpPr/>
          <p:nvPr/>
        </p:nvSpPr>
        <p:spPr>
          <a:xfrm>
            <a:off x="6254496" y="31821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 — signed builds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126480" y="3785616"/>
            <a:ext cx="27432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126480" y="3785616"/>
            <a:ext cx="54864" cy="5029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0" name="Text 48"/>
          <p:cNvSpPr/>
          <p:nvPr/>
        </p:nvSpPr>
        <p:spPr>
          <a:xfrm>
            <a:off x="6254496" y="378561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RevenueCat — £2.99/mo billing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React 18  ·  Vite 5  ·  Claude Haiku AI  ·  Capacitor 6  ·  Dexie 3  ·  Cloudflare Workers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743200" cy="16916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2743200" cy="420624"/>
          </a:xfrm>
          <a:prstGeom prst="rect">
            <a:avLst/>
          </a:prstGeom>
          <a:solidFill>
            <a:srgbClr val="52B7FF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941832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⌕  AI Device Lookup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" y="1408176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any device name → Claude Haiku generates 3 step-by-step guides in ~3 seconds via streaming API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914400"/>
            <a:ext cx="2743200" cy="16916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46120" y="914400"/>
            <a:ext cx="2743200" cy="420624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9" name="Text 7"/>
          <p:cNvSpPr/>
          <p:nvPr/>
        </p:nvSpPr>
        <p:spPr>
          <a:xfrm>
            <a:off x="3355848" y="941832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▬  EAN Barcode Search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55848" y="1408176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GS1 checksum validation, brand detection from prefix, format-aware digit counter (EAN-8/UPC-A/EAN-13)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914400"/>
            <a:ext cx="2743200" cy="16916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914400"/>
            <a:ext cx="2743200" cy="42062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3" name="Text 11"/>
          <p:cNvSpPr/>
          <p:nvPr/>
        </p:nvSpPr>
        <p:spPr>
          <a:xfrm>
            <a:off x="6236208" y="941832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 Camera Scanner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36208" y="1408176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 ML Kit on native (Android + iOS). Web simulation with sample codes for browser demos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2743200" cy="16916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834640"/>
            <a:ext cx="2743200" cy="420624"/>
          </a:xfrm>
          <a:prstGeom prst="rect">
            <a:avLst/>
          </a:prstGeom>
          <a:solidFill>
            <a:srgbClr val="52B7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2862072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  Smart Library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" y="3328416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Auto-saves every lookup. Live search filters by name/brand/category with match highlighting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46120" y="2834640"/>
            <a:ext cx="2743200" cy="16916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2834640"/>
            <a:ext cx="2743200" cy="420624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21" name="Text 19"/>
          <p:cNvSpPr/>
          <p:nvPr/>
        </p:nvSpPr>
        <p:spPr>
          <a:xfrm>
            <a:off x="3355848" y="2862072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Walkthrough Guides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55848" y="3328416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step checklists with progress bar, time remaining, difficulty legend, haptic feedback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2834640"/>
            <a:ext cx="2743200" cy="16916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2834640"/>
            <a:ext cx="2743200" cy="42062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5" name="Text 23"/>
          <p:cNvSpPr/>
          <p:nvPr/>
        </p:nvSpPr>
        <p:spPr>
          <a:xfrm>
            <a:off x="6236208" y="2862072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Pro Subscriptions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36208" y="3328416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RevenueCat integration. Free tier: 5 lookups/day. Pro: £2.99/month or £19.99/year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0972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74320" y="32461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 unit tests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566160" y="320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66160" y="777240"/>
            <a:ext cx="530352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7" name="Shape 5"/>
          <p:cNvSpPr/>
          <p:nvPr/>
        </p:nvSpPr>
        <p:spPr>
          <a:xfrm>
            <a:off x="3566160" y="777240"/>
            <a:ext cx="1991360" cy="457200"/>
          </a:xfrm>
          <a:prstGeom prst="rect">
            <a:avLst/>
          </a:prstGeom>
          <a:solidFill>
            <a:srgbClr val="52B7FF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566160" y="777240"/>
            <a:ext cx="45720" cy="457200"/>
          </a:xfrm>
          <a:prstGeom prst="rect">
            <a:avLst/>
          </a:prstGeom>
          <a:solidFill>
            <a:srgbClr val="52B7FF"/>
          </a:solidFill>
          <a:ln/>
        </p:spPr>
      </p:sp>
      <p:sp>
        <p:nvSpPr>
          <p:cNvPr id="9" name="Text 7"/>
          <p:cNvSpPr/>
          <p:nvPr/>
        </p:nvSpPr>
        <p:spPr>
          <a:xfrm>
            <a:off x="3703320" y="777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isRestrictedQuery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0" y="7772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B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1362456"/>
            <a:ext cx="530352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6160" y="1362456"/>
            <a:ext cx="3840480" cy="457200"/>
          </a:xfrm>
          <a:prstGeom prst="rect">
            <a:avLst/>
          </a:prstGeom>
          <a:solidFill>
            <a:srgbClr val="00C8A0">
              <a:alpha val="2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566160" y="1362456"/>
            <a:ext cx="45720" cy="4572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14" name="Text 12"/>
          <p:cNvSpPr/>
          <p:nvPr/>
        </p:nvSpPr>
        <p:spPr>
          <a:xfrm>
            <a:off x="3703320" y="136245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validateLookupResult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136245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66160" y="1947672"/>
            <a:ext cx="530352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3566160" y="1947672"/>
            <a:ext cx="1706880" cy="457200"/>
          </a:xfrm>
          <a:prstGeom prst="rect">
            <a:avLst/>
          </a:prstGeom>
          <a:solidFill>
            <a:srgbClr val="52B7FF">
              <a:alpha val="2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566160" y="1947672"/>
            <a:ext cx="45720" cy="457200"/>
          </a:xfrm>
          <a:prstGeom prst="rect">
            <a:avLst/>
          </a:prstGeom>
          <a:solidFill>
            <a:srgbClr val="52B7FF"/>
          </a:solidFill>
          <a:ln/>
        </p:spPr>
      </p:sp>
      <p:sp>
        <p:nvSpPr>
          <p:cNvPr id="19" name="Text 17"/>
          <p:cNvSpPr/>
          <p:nvPr/>
        </p:nvSpPr>
        <p:spPr>
          <a:xfrm>
            <a:off x="3703320" y="19476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lookupReducer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19476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B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66160" y="2532888"/>
            <a:ext cx="530352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2" name="Shape 20"/>
          <p:cNvSpPr/>
          <p:nvPr/>
        </p:nvSpPr>
        <p:spPr>
          <a:xfrm>
            <a:off x="3566160" y="2532888"/>
            <a:ext cx="995680" cy="457200"/>
          </a:xfrm>
          <a:prstGeom prst="rect">
            <a:avLst/>
          </a:prstGeom>
          <a:solidFill>
            <a:srgbClr val="D4A853">
              <a:alpha val="2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566160" y="2532888"/>
            <a:ext cx="45720" cy="45720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4" name="Text 22"/>
          <p:cNvSpPr/>
          <p:nvPr/>
        </p:nvSpPr>
        <p:spPr>
          <a:xfrm>
            <a:off x="3703320" y="25328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validateEANCheckDigit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0" y="25328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566160" y="3118104"/>
            <a:ext cx="530352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7" name="Shape 25"/>
          <p:cNvSpPr/>
          <p:nvPr/>
        </p:nvSpPr>
        <p:spPr>
          <a:xfrm>
            <a:off x="3566160" y="3118104"/>
            <a:ext cx="1137920" cy="457200"/>
          </a:xfrm>
          <a:prstGeom prst="rect">
            <a:avLst/>
          </a:prstGeom>
          <a:solidFill>
            <a:srgbClr val="00C8A0">
              <a:alpha val="2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566160" y="3118104"/>
            <a:ext cx="45720" cy="4572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29" name="Text 27"/>
          <p:cNvSpPr/>
          <p:nvPr/>
        </p:nvSpPr>
        <p:spPr>
          <a:xfrm>
            <a:off x="3703320" y="311810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parseEANInput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311810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566160" y="3703320"/>
            <a:ext cx="530352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2" name="Shape 30"/>
          <p:cNvSpPr/>
          <p:nvPr/>
        </p:nvSpPr>
        <p:spPr>
          <a:xfrm>
            <a:off x="3566160" y="3703320"/>
            <a:ext cx="426720" cy="457200"/>
          </a:xfrm>
          <a:prstGeom prst="rect">
            <a:avLst/>
          </a:prstGeom>
          <a:solidFill>
            <a:srgbClr val="52B7FF">
              <a:alpha val="2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566160" y="3703320"/>
            <a:ext cx="45720" cy="457200"/>
          </a:xfrm>
          <a:prstGeom prst="rect">
            <a:avLst/>
          </a:prstGeom>
          <a:solidFill>
            <a:srgbClr val="52B7FF"/>
          </a:solidFill>
          <a:ln/>
        </p:spPr>
      </p:sp>
      <p:sp>
        <p:nvSpPr>
          <p:cNvPr id="34" name="Text 32"/>
          <p:cNvSpPr/>
          <p:nvPr/>
        </p:nvSpPr>
        <p:spPr>
          <a:xfrm>
            <a:off x="3703320" y="3703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progress.key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29600" y="37033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B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566160" y="4288536"/>
            <a:ext cx="530352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7" name="Shape 35"/>
          <p:cNvSpPr/>
          <p:nvPr/>
        </p:nvSpPr>
        <p:spPr>
          <a:xfrm>
            <a:off x="3566160" y="4288536"/>
            <a:ext cx="2418080" cy="457200"/>
          </a:xfrm>
          <a:prstGeom prst="rect">
            <a:avLst/>
          </a:prstGeom>
          <a:solidFill>
            <a:srgbClr val="22C55E">
              <a:alpha val="2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566160" y="4288536"/>
            <a:ext cx="45720" cy="457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9" name="Text 37"/>
          <p:cNvSpPr/>
          <p:nvPr/>
        </p:nvSpPr>
        <p:spPr>
          <a:xfrm>
            <a:off x="3703320" y="428853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G-01/G-02/G-09 fixes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229600" y="428853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566160" y="4617720"/>
            <a:ext cx="5303520" cy="41148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42" name="Text 40"/>
          <p:cNvSpPr/>
          <p:nvPr/>
        </p:nvSpPr>
        <p:spPr>
          <a:xfrm>
            <a:off x="3566160" y="46177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217 tests · 0 failures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Found &amp; Fixed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as software tester — full audit of the demo before release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160520" cy="822960"/>
          </a:xfrm>
          <a:prstGeom prst="rect">
            <a:avLst/>
          </a:prstGeom>
          <a:solidFill>
            <a:srgbClr val="FEE2E2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97280"/>
            <a:ext cx="54864" cy="822960"/>
          </a:xfrm>
          <a:prstGeom prst="rect">
            <a:avLst/>
          </a:prstGeom>
          <a:solidFill>
            <a:srgbClr val="C0303A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14300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BUG-01  Operator precedence error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" y="1426464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!pct===100 always false → time remaining never showed. Fixed to pct&lt;100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97280"/>
            <a:ext cx="4160520" cy="822960"/>
          </a:xfrm>
          <a:prstGeom prst="rect">
            <a:avLst/>
          </a:prstGeom>
          <a:solidFill>
            <a:srgbClr val="FEE2E2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709160" y="1097280"/>
            <a:ext cx="54864" cy="822960"/>
          </a:xfrm>
          <a:prstGeom prst="rect">
            <a:avLst/>
          </a:prstGeom>
          <a:solidFill>
            <a:srgbClr val="C0303A"/>
          </a:solidFill>
          <a:ln/>
        </p:spPr>
      </p:sp>
      <p:sp>
        <p:nvSpPr>
          <p:cNvPr id="12" name="Text 10"/>
          <p:cNvSpPr/>
          <p:nvPr/>
        </p:nvSpPr>
        <p:spPr>
          <a:xfrm>
            <a:off x="4837176" y="114300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BUG-02  No confirmation on Clear All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37176" y="1426464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One tap wiped the library. Added two-step confirmClear inline UI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057400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057400"/>
            <a:ext cx="4160520" cy="822960"/>
          </a:xfrm>
          <a:prstGeom prst="rect">
            <a:avLst/>
          </a:prstGeom>
          <a:solidFill>
            <a:srgbClr val="FFFBEB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" y="2057400"/>
            <a:ext cx="54864" cy="8229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" y="21031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BUG-03  Stale results on scanner lookup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" y="2386584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currentScreen not reset — old product card showed briefly. Fixed in doLookup()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057400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057400"/>
            <a:ext cx="4160520" cy="822960"/>
          </a:xfrm>
          <a:prstGeom prst="rect">
            <a:avLst/>
          </a:prstGeom>
          <a:solidFill>
            <a:srgbClr val="FFFBEB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709160" y="2057400"/>
            <a:ext cx="54864" cy="8229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2" name="Text 20"/>
          <p:cNvSpPr/>
          <p:nvPr/>
        </p:nvSpPr>
        <p:spPr>
          <a:xfrm>
            <a:off x="4837176" y="21031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BUG-04  Tab switch destroyed results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37176" y="2386584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switchNav() cleared product/guides. Now only newSearch() clears them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017520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017520"/>
            <a:ext cx="4160520" cy="822960"/>
          </a:xfrm>
          <a:prstGeom prst="rect">
            <a:avLst/>
          </a:prstGeom>
          <a:solidFill>
            <a:srgbClr val="FFFBEB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3017520"/>
            <a:ext cx="54864" cy="8229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" y="306324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BUG-05  Prompt hardcoded exact confidence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" y="3346704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Badge logic dead — changed to exact|family|unknown with amber warning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3017520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017520"/>
            <a:ext cx="4160520" cy="822960"/>
          </a:xfrm>
          <a:prstGeom prst="rect">
            <a:avLst/>
          </a:prstGeom>
          <a:solidFill>
            <a:srgbClr val="FFFBEB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709160" y="3017520"/>
            <a:ext cx="54864" cy="8229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2" name="Text 30"/>
          <p:cNvSpPr/>
          <p:nvPr/>
        </p:nvSpPr>
        <p:spPr>
          <a:xfrm>
            <a:off x="4837176" y="306324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BUG-06  Exact match badge always showed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37176" y="3346704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Now only renders when confidence=exact AND product.model present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3977640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3977640"/>
            <a:ext cx="4160520" cy="822960"/>
          </a:xfrm>
          <a:prstGeom prst="rect">
            <a:avLst/>
          </a:prstGeom>
          <a:solidFill>
            <a:srgbClr val="FFFBEB">
              <a:alpha val="4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65760" y="3977640"/>
            <a:ext cx="54864" cy="8229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" y="40233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BUG-07  Generic AI steps allowed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3776" y="4306824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STEP_RULES added to prompt — forces product-specific steps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09160" y="3977640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3977640"/>
            <a:ext cx="4160520" cy="822960"/>
          </a:xfrm>
          <a:prstGeom prst="rect">
            <a:avLst/>
          </a:prstGeom>
          <a:solidFill>
            <a:srgbClr val="FFFBEB">
              <a:alpha val="4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709160" y="3977640"/>
            <a:ext cx="54864" cy="8229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2" name="Text 40"/>
          <p:cNvSpPr/>
          <p:nvPr/>
        </p:nvSpPr>
        <p:spPr>
          <a:xfrm>
            <a:off x="4837176" y="40233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BUG-08  No ghost-result validation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37176" y="4306824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validateResult() ported — rejects empty names, trivial steps, bad years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Quality: Ghost-Result Prevention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hallucination vectors identified and patched in the lookup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160520" cy="713232"/>
          </a:xfrm>
          <a:prstGeom prst="rect">
            <a:avLst/>
          </a:prstGeom>
          <a:solidFill>
            <a:srgbClr val="EBF3FA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08760"/>
            <a:ext cx="530352" cy="713232"/>
          </a:xfrm>
          <a:prstGeom prst="rect">
            <a:avLst/>
          </a:prstGeom>
          <a:solidFill>
            <a:srgbClr val="52B7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9264" y="154533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product fields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9264" y="181965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name &lt; 3 chars or brand &lt; 2 chars → NOT_FOUND instead of blank card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508760"/>
            <a:ext cx="4160520" cy="713232"/>
          </a:xfrm>
          <a:prstGeom prst="rect">
            <a:avLst/>
          </a:prstGeom>
          <a:solidFill>
            <a:srgbClr val="EBF3FA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508760"/>
            <a:ext cx="530352" cy="713232"/>
          </a:xfrm>
          <a:prstGeom prst="rect">
            <a:avLst/>
          </a:prstGeom>
          <a:solidFill>
            <a:srgbClr val="52B7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12664" y="154533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guide steps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12664" y="181965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guides with &lt; 3 non-trivial steps (&lt; 12 chars). No more blank walkthroughs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359152"/>
            <a:ext cx="4160520" cy="713232"/>
          </a:xfrm>
          <a:prstGeom prst="rect">
            <a:avLst/>
          </a:prstGeom>
          <a:solidFill>
            <a:srgbClr val="EBF3FA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359152"/>
            <a:ext cx="530352" cy="713232"/>
          </a:xfrm>
          <a:prstGeom prst="rect">
            <a:avLst/>
          </a:prstGeom>
          <a:solidFill>
            <a:srgbClr val="52B7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239572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invitation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9264" y="267004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prompt said 'use your best knowledge' → replaced with explicit fabrication ban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359152"/>
            <a:ext cx="4160520" cy="713232"/>
          </a:xfrm>
          <a:prstGeom prst="rect">
            <a:avLst/>
          </a:prstGeom>
          <a:solidFill>
            <a:srgbClr val="EBF3FA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2359152"/>
            <a:ext cx="530352" cy="713232"/>
          </a:xfrm>
          <a:prstGeom prst="rect">
            <a:avLst/>
          </a:prstGeom>
          <a:solidFill>
            <a:srgbClr val="52B7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12664" y="239572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confidence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12664" y="267004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always returned 'exact'. Badge now gated on model number being present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209544"/>
            <a:ext cx="4160520" cy="713232"/>
          </a:xfrm>
          <a:prstGeom prst="rect">
            <a:avLst/>
          </a:prstGeom>
          <a:solidFill>
            <a:srgbClr val="EBF3FA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3209544"/>
            <a:ext cx="530352" cy="713232"/>
          </a:xfrm>
          <a:prstGeom prst="rect">
            <a:avLst/>
          </a:prstGeom>
          <a:solidFill>
            <a:srgbClr val="52B7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9264" y="324612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brand mismatch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9264" y="35204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GS1 prefix brand vs returned brand. Mismatch → 'unknown' confidence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3209544"/>
            <a:ext cx="4160520" cy="713232"/>
          </a:xfrm>
          <a:prstGeom prst="rect">
            <a:avLst/>
          </a:prstGeom>
          <a:solidFill>
            <a:srgbClr val="EBF3FA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3209544"/>
            <a:ext cx="530352" cy="713232"/>
          </a:xfrm>
          <a:prstGeom prst="rect">
            <a:avLst/>
          </a:prstGeom>
          <a:solidFill>
            <a:srgbClr val="52B7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12664" y="324612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steps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12664" y="35204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STEP_RULES in all prompts: must name specific buttons/menus unique to the product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059936"/>
            <a:ext cx="4160520" cy="713232"/>
          </a:xfrm>
          <a:prstGeom prst="rect">
            <a:avLst/>
          </a:prstGeom>
          <a:solidFill>
            <a:srgbClr val="EBF3FA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65760" y="4059936"/>
            <a:ext cx="530352" cy="713232"/>
          </a:xfrm>
          <a:prstGeom prst="rect">
            <a:avLst/>
          </a:prstGeom>
          <a:solidFill>
            <a:srgbClr val="52B7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9264" y="409651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Post-cutoff products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9264" y="437083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now permits found:false for products released after training data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09160" y="4059936"/>
            <a:ext cx="4160520" cy="713232"/>
          </a:xfrm>
          <a:prstGeom prst="rect">
            <a:avLst/>
          </a:prstGeom>
          <a:solidFill>
            <a:srgbClr val="EBF3FA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09160" y="4059936"/>
            <a:ext cx="530352" cy="713232"/>
          </a:xfrm>
          <a:prstGeom prst="rect">
            <a:avLst/>
          </a:prstGeom>
          <a:solidFill>
            <a:srgbClr val="52B7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G-08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12664" y="409651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chaining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12664" y="437083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only fires on confidence:'exact'. Family/unknown → disambiguation instead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 → Android APK + iOS IPA via Capacitor + GitHub Actions CI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88720" cy="1188720"/>
          </a:xfrm>
          <a:prstGeom prst="ellipse">
            <a:avLst/>
          </a:prstGeom>
          <a:solidFill>
            <a:srgbClr val="52B7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Vite Build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64208" y="1828800"/>
            <a:ext cx="466344" cy="0"/>
          </a:xfrm>
          <a:prstGeom prst="line">
            <a:avLst/>
          </a:prstGeom>
          <a:noFill/>
          <a:ln w="25400">
            <a:solidFill>
              <a:srgbClr val="8FA3B1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2148840" y="1234440"/>
            <a:ext cx="1188720" cy="1188720"/>
          </a:xfrm>
          <a:prstGeom prst="ellipse">
            <a:avLst/>
          </a:prstGeom>
          <a:solidFill>
            <a:srgbClr val="00C8A0"/>
          </a:solidFill>
          <a:ln/>
        </p:spPr>
      </p:sp>
      <p:sp>
        <p:nvSpPr>
          <p:cNvPr id="9" name="Text 7"/>
          <p:cNvSpPr/>
          <p:nvPr/>
        </p:nvSpPr>
        <p:spPr>
          <a:xfrm>
            <a:off x="2148840" y="12344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057400" y="25146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55848" y="1828800"/>
            <a:ext cx="466344" cy="0"/>
          </a:xfrm>
          <a:prstGeom prst="line">
            <a:avLst/>
          </a:prstGeom>
          <a:noFill/>
          <a:ln w="25400">
            <a:solidFill>
              <a:srgbClr val="8FA3B1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3840480" y="1234440"/>
            <a:ext cx="1188720" cy="11887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12344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749040" y="25146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AAB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47488" y="1828800"/>
            <a:ext cx="466344" cy="0"/>
          </a:xfrm>
          <a:prstGeom prst="line">
            <a:avLst/>
          </a:prstGeom>
          <a:noFill/>
          <a:ln w="25400">
            <a:solidFill>
              <a:srgbClr val="8FA3B1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5532120" y="1234440"/>
            <a:ext cx="1188720" cy="1188720"/>
          </a:xfrm>
          <a:prstGeom prst="ellipse">
            <a:avLst/>
          </a:prstGeom>
          <a:solidFill>
            <a:srgbClr val="555555"/>
          </a:solidFill>
          <a:ln/>
        </p:spPr>
      </p:sp>
      <p:sp>
        <p:nvSpPr>
          <p:cNvPr id="17" name="Text 15"/>
          <p:cNvSpPr/>
          <p:nvPr/>
        </p:nvSpPr>
        <p:spPr>
          <a:xfrm>
            <a:off x="5532120" y="12344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40680" y="25146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 IPA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39128" y="1828800"/>
            <a:ext cx="466344" cy="0"/>
          </a:xfrm>
          <a:prstGeom prst="line">
            <a:avLst/>
          </a:prstGeom>
          <a:noFill/>
          <a:ln w="25400">
            <a:solidFill>
              <a:srgbClr val="8FA3B1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7223760" y="1234440"/>
            <a:ext cx="1188720" cy="118872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12344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132320" y="25146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Store /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4023360" cy="3474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291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Android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3675888"/>
            <a:ext cx="402336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67588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minSdk 26 (Android 8+, 99% coverage)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3877056"/>
            <a:ext cx="4023360" cy="1828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87705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Signed AAB via Gradle + keystore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078224"/>
            <a:ext cx="402336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07822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ProGuard minification + shrink resources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4279392"/>
            <a:ext cx="4023360" cy="1828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27939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GitHub Actions: ubuntu-latest runner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4480560"/>
            <a:ext cx="402336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48056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ML Kit barcode scanning (Google)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4681728"/>
            <a:ext cx="4023360" cy="1828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68172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RevenueCat Google Play billing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54880" y="3291840"/>
            <a:ext cx="4023360" cy="347472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3291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🍎  iOS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754880" y="3675888"/>
            <a:ext cx="402336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367588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iOS 16+ deployment target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54880" y="3877056"/>
            <a:ext cx="4023360" cy="1828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387705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CocoaPods dependencies via Podfile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54880" y="4078224"/>
            <a:ext cx="402336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407822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Signed IPA via Xcode archive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754880" y="4279392"/>
            <a:ext cx="4023360" cy="1828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6" name="Text 44"/>
          <p:cNvSpPr/>
          <p:nvPr/>
        </p:nvSpPr>
        <p:spPr>
          <a:xfrm>
            <a:off x="4846320" y="427939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GitHub Actions: macos-14 (M1) runner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754880" y="4480560"/>
            <a:ext cx="402336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4846320" y="448056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Apple Vision barcode scanning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54880" y="4681728"/>
            <a:ext cx="4023360" cy="1828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50" name="Text 48"/>
          <p:cNvSpPr/>
          <p:nvPr/>
        </p:nvSpPr>
        <p:spPr>
          <a:xfrm>
            <a:off x="4846320" y="468172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RevenueCat App Store billing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Pricing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4747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lookups/day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0906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Library (5 devices)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4838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walkthrough access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87705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EAN barcode mode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097280"/>
            <a:ext cx="2651760" cy="3474720"/>
          </a:xfrm>
          <a:prstGeom prst="rect">
            <a:avLst/>
          </a:prstGeom>
          <a:solidFill>
            <a:srgbClr val="1C2B4A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97280"/>
            <a:ext cx="2651760" cy="73152"/>
          </a:xfrm>
          <a:prstGeom prst="rect">
            <a:avLst/>
          </a:prstGeom>
          <a:solidFill>
            <a:srgbClr val="52B7FF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1887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Monthly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1645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2B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£2.99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291840" y="2286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2697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lookups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30906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library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34838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API access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387705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Early feature access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1097280"/>
            <a:ext cx="2651760" cy="34747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26480" y="11887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Annual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26480" y="1645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£19.99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126480" y="2286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/year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2697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Pro features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30906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44% saving vs monthly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34838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Best value tier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87705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Improved retention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663440"/>
            <a:ext cx="8321040" cy="347472"/>
          </a:xfrm>
          <a:prstGeom prst="rect">
            <a:avLst/>
          </a:prstGeom>
          <a:solidFill>
            <a:srgbClr val="EBF3FA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1,000 Pro subscribers: £2,990/month  ·  Running costs at that scale: ~£50/month  ·  Margin: ~98%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Delivered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2743200" cy="38404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" y="137160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App.jsx (1,013 lines)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69164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10 module files (utils, lib, hooks)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201168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217 unit tests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233172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Vite + Capacitor config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91440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914400"/>
            <a:ext cx="2743200" cy="38404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9144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137160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Self-contained HTML demo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55848" y="169164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Opens in any browser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5848" y="201168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Live AI lookups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55848" y="233172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All 8 screens interactive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91440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914400"/>
            <a:ext cx="2743200" cy="38404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9144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Build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36208" y="137160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Capacitor 6 Android project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36208" y="169164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Signed AAB + APK scripts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36208" y="201168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GitHub Actions CI workflow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36208" y="233172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ProGuard + keystore guide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88036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880360"/>
            <a:ext cx="2743200" cy="38404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28803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Build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" y="333756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Capacitor 6 iOS project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" y="365760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Signed IPA via Xcode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" y="397764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GitHub Actions (macos-14)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" y="429768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App Store checklist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46120" y="288036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46120" y="2880360"/>
            <a:ext cx="2743200" cy="38404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3" name="Text 31"/>
          <p:cNvSpPr/>
          <p:nvPr/>
        </p:nvSpPr>
        <p:spPr>
          <a:xfrm>
            <a:off x="3246120" y="28803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55848" y="333756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UI Showcase (real screenshots)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55848" y="365760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Play Store guide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55848" y="397764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Project documentation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55848" y="429768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Final engineering report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26480" y="288036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26480" y="2880360"/>
            <a:ext cx="2743200" cy="38404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40" name="Text 38"/>
          <p:cNvSpPr/>
          <p:nvPr/>
        </p:nvSpPr>
        <p:spPr>
          <a:xfrm>
            <a:off x="6126480" y="28803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236208" y="333756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Cloudflare Worker proxy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36208" y="365760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Rate limiting (KV store)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36208" y="397764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RevenueCat billing hooks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36208" y="429768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wrangler.toml deploy config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52B7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" y="1490472"/>
            <a:ext cx="402336" cy="402336"/>
          </a:xfrm>
          <a:prstGeom prst="ellipse">
            <a:avLst/>
          </a:prstGeom>
          <a:solidFill>
            <a:srgbClr val="52B7FF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4904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internal testing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14630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AAB to Play Console → 14-day internal track → production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157984"/>
            <a:ext cx="402336" cy="402336"/>
          </a:xfrm>
          <a:prstGeom prst="ellipse">
            <a:avLst/>
          </a:prstGeom>
          <a:solidFill>
            <a:srgbClr val="52B7FF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1579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13055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TestFlight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9120" y="213055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in Xcode → upload to App Store Connect → invite testers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825496"/>
            <a:ext cx="402336" cy="402336"/>
          </a:xfrm>
          <a:prstGeom prst="ellipse">
            <a:avLst/>
          </a:prstGeom>
          <a:solidFill>
            <a:srgbClr val="52B7FF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8254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79806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RevenueCat live keys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9120" y="279806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placeholder RC keys with production API keys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493008"/>
            <a:ext cx="402336" cy="402336"/>
          </a:xfrm>
          <a:prstGeom prst="ellipse">
            <a:avLst/>
          </a:prstGeom>
          <a:solidFill>
            <a:srgbClr val="52B7FF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4930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46557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 production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89120" y="346557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worker with live ANTHROPIC_API_KEY → point app at it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4160520"/>
            <a:ext cx="402336" cy="402336"/>
          </a:xfrm>
          <a:prstGeom prst="ellipse">
            <a:avLst/>
          </a:prstGeom>
          <a:solidFill>
            <a:srgbClr val="52B7FF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41605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41330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submissions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89120" y="413308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Screenshots, descriptions, privacy policy, review submission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B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TechCompanion v5.3  ·  Built with Claude AI  ·  May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TechCompanion — How We Built It</dc:title>
  <dc:subject>PptxGenJS Presentation</dc:subject>
  <dc:creator>TechCompanion Dev</dc:creator>
  <cp:lastModifiedBy>TechCompanion Dev</cp:lastModifiedBy>
  <cp:revision>1</cp:revision>
  <dcterms:created xsi:type="dcterms:W3CDTF">2026-05-27T06:15:16Z</dcterms:created>
  <dcterms:modified xsi:type="dcterms:W3CDTF">2026-05-27T06:15:16Z</dcterms:modified>
</cp:coreProperties>
</file>